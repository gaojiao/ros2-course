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5420"/>
    <a:srgbClr val="0079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4" autoAdjust="0"/>
    <p:restoredTop sz="94660"/>
  </p:normalViewPr>
  <p:slideViewPr>
    <p:cSldViewPr snapToGrid="0">
      <p:cViewPr varScale="1">
        <p:scale>
          <a:sx n="88" d="100"/>
          <a:sy n="88" d="100"/>
        </p:scale>
        <p:origin x="3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2A2D7-C5B7-DBFE-0BF0-5602DF725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FD897C-4A72-F5F8-D170-6EC478305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8C1CBD-9B28-B479-C2DB-D7EB2E6A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E3386F-2021-18C5-7A17-5F8DEEE2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95161E-4896-B39F-6165-F7EE145C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287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5C8D2-A4F3-1C3C-FBBA-D0339B6A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1DA40-55D8-F4D1-3901-66AA65842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9DAF58-AFAF-8037-FA96-07BA45060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32327-D4A5-E5AF-7A72-B94266AA6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8ED1AD-63A6-BEF8-42FB-6341154E6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348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E74987-FB94-CE81-160A-227840B6E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87319F-AB98-1E55-2D93-4B943911C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CE3B8-B9DB-8671-A354-7C35A17F5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ABECF2-CAA6-79CF-C928-8807C3085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A51236-97C5-CC77-B210-97F83E46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31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1DC287-CF6C-E68C-891F-120F6075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247526-6B85-9280-B574-07BFE5E52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F8AF0C-92E5-DD33-5875-AC1D675D8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1BB517-7DA5-C60D-73C6-14291A673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FE39F1-FAC7-830F-3473-A6A9D979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835792-5750-A352-D8F1-C4D8AE924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878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4C97E8-31C0-BBB7-CC54-DB838BC6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69E195-0D3C-E879-55E7-977376361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55EBB7-E3F4-2097-E171-BB698CB41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9C58F9-B796-D2E0-48D6-2F1ED5548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0ABFAA-9510-A497-15E4-E3CC1EEAC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9BBD4D-7721-F652-FEAE-65D11650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9714B1-F2CF-EEAD-60D0-2C73A6B58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64619E-5566-9FB7-30C7-12E4FC3FC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320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1D31B-EE1D-171F-3086-61A17BCFD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C91897-1DD2-8F08-573B-F9CBFB49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D0E874-2E40-1D88-AD58-5DDD69E6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1ADCC6-5BA5-4B55-8ECC-D117AD73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37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F00604-0A10-96A9-F9F8-F4F651A3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6683C7-71CF-3784-F7CB-32A82AEF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FE6160-CA9E-0D15-15A3-E971A650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71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1CE24-8613-4609-A96E-46D7B67C4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1878D6-2FBA-1894-8247-EB2903909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83D562-B1B3-781A-3559-0EC393BFA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029D0D-057D-CFE1-F5D1-3CB1C911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63FC56-7F3D-BF7F-2F04-8C29FDD19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B02C16-37C6-6188-C968-DF6283E9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656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6EBF1-A815-35D3-A149-4CDE314A0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5D0365-3611-2D6D-5462-00E0FD72A5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5B0D89-8D19-7B13-1022-6FE4A5721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2E818E-B411-807D-3578-F74695A0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DA2E56-FF09-BB78-F6E1-05E8874D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7089EC-179A-FDC8-0CA1-9C8E68BC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87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4C014F-D37A-899D-B2A8-919DC830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0D9F4A-E035-9B6B-6E07-08495158DC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6FACA3-CB93-2B55-8635-1EEA6A545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A90811-7C6B-83BC-C5EF-10629F882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FA3B0A-CE38-14B6-D1E4-66594D2B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888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97410F-E65C-2846-5619-AB8A61027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C93FF7-C308-C192-97D2-513710213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4ABD02-A7C7-DF5F-7D63-8EABB352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0DBE9-EADD-5785-84C0-DC989871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BF5199-A9E8-D473-2A1C-A402A7DD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48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EF25BE-5A40-A86A-9863-08E6579FD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98331B-F98B-AF7D-F88E-E24A849E8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D687D-3EC1-94AA-3BDE-7CFB6D486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115C2-7C7A-4204-8191-484B46FF4741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7BD83A-FC5A-417B-22B2-E44D414F0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97B76A-AC0B-5DE7-0267-7C57F706F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1EF98-5CC3-4F77-98FD-5B3E71910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21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4BD7EF4-9928-A124-926E-D7A1E51645DD}"/>
              </a:ext>
            </a:extLst>
          </p:cNvPr>
          <p:cNvSpPr/>
          <p:nvPr/>
        </p:nvSpPr>
        <p:spPr>
          <a:xfrm>
            <a:off x="3470876" y="1956017"/>
            <a:ext cx="585892" cy="45192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1969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B849182-1C9B-4384-9687-97800ECF5E18}"/>
              </a:ext>
            </a:extLst>
          </p:cNvPr>
          <p:cNvSpPr/>
          <p:nvPr/>
        </p:nvSpPr>
        <p:spPr>
          <a:xfrm>
            <a:off x="5958645" y="2857647"/>
            <a:ext cx="703888" cy="335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2007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3F1FE64-C560-CA0E-CC08-5DA4FFD55B3C}"/>
              </a:ext>
            </a:extLst>
          </p:cNvPr>
          <p:cNvSpPr/>
          <p:nvPr/>
        </p:nvSpPr>
        <p:spPr>
          <a:xfrm>
            <a:off x="5566642" y="4107830"/>
            <a:ext cx="737179" cy="335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2007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94B1B2A-B42F-B13D-DD5D-7C81FDCF7773}"/>
              </a:ext>
            </a:extLst>
          </p:cNvPr>
          <p:cNvSpPr/>
          <p:nvPr/>
        </p:nvSpPr>
        <p:spPr>
          <a:xfrm>
            <a:off x="5566641" y="4529624"/>
            <a:ext cx="737179" cy="335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鸿蒙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7F29438-1E59-44A7-C2CF-44F6D4F985B7}"/>
              </a:ext>
            </a:extLst>
          </p:cNvPr>
          <p:cNvSpPr/>
          <p:nvPr/>
        </p:nvSpPr>
        <p:spPr>
          <a:xfrm>
            <a:off x="4455239" y="3903858"/>
            <a:ext cx="585892" cy="335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1991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D2A0BDF-B10D-64CF-71D7-8D942146966F}"/>
              </a:ext>
            </a:extLst>
          </p:cNvPr>
          <p:cNvSpPr/>
          <p:nvPr/>
        </p:nvSpPr>
        <p:spPr>
          <a:xfrm>
            <a:off x="5958645" y="2445475"/>
            <a:ext cx="703888" cy="335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MacOS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1997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617D0C3-114C-B438-9C6F-2E4C61AB0244}"/>
              </a:ext>
            </a:extLst>
          </p:cNvPr>
          <p:cNvSpPr/>
          <p:nvPr/>
        </p:nvSpPr>
        <p:spPr>
          <a:xfrm>
            <a:off x="4455239" y="2650407"/>
            <a:ext cx="775856" cy="335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FreeBSD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1993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6B7444F7-EBB7-634F-2393-095184478D2E}"/>
              </a:ext>
            </a:extLst>
          </p:cNvPr>
          <p:cNvCxnSpPr>
            <a:cxnSpLocks/>
            <a:stCxn id="4" idx="2"/>
            <a:endCxn id="8" idx="1"/>
          </p:cNvCxnSpPr>
          <p:nvPr/>
        </p:nvCxnSpPr>
        <p:spPr>
          <a:xfrm rot="16200000" flipH="1">
            <a:off x="3277770" y="2893991"/>
            <a:ext cx="1663520" cy="691417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412F802-9637-0A48-E734-42CD1D37843E}"/>
              </a:ext>
            </a:extLst>
          </p:cNvPr>
          <p:cNvSpPr/>
          <p:nvPr/>
        </p:nvSpPr>
        <p:spPr>
          <a:xfrm>
            <a:off x="6979059" y="3183700"/>
            <a:ext cx="663671" cy="335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2004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C30E55F-6428-BFA5-73F6-DF023907C06C}"/>
              </a:ext>
            </a:extLst>
          </p:cNvPr>
          <p:cNvSpPr/>
          <p:nvPr/>
        </p:nvSpPr>
        <p:spPr>
          <a:xfrm>
            <a:off x="6979059" y="3722542"/>
            <a:ext cx="663671" cy="335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CentOS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2004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8B347C98-DCCB-4984-EB8C-44D425C5E88E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4056768" y="2181979"/>
            <a:ext cx="398471" cy="6360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0129E832-C173-6FFC-846B-A205FC60E745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5231095" y="2613077"/>
            <a:ext cx="727550" cy="2049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F30A3842-AB4E-0799-D202-EA08C289A1A9}"/>
              </a:ext>
            </a:extLst>
          </p:cNvPr>
          <p:cNvCxnSpPr>
            <a:cxnSpLocks/>
            <a:stCxn id="13" idx="3"/>
            <a:endCxn id="5" idx="1"/>
          </p:cNvCxnSpPr>
          <p:nvPr/>
        </p:nvCxnSpPr>
        <p:spPr>
          <a:xfrm>
            <a:off x="5231095" y="2818009"/>
            <a:ext cx="727550" cy="20724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8E321401-F38F-6EF5-D4C3-1D1A42A8BA55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5041131" y="4071460"/>
            <a:ext cx="525511" cy="2039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5625A6A1-1532-2EBF-B770-33F242FE1BDA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5041131" y="4071460"/>
            <a:ext cx="525510" cy="62576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AB7546E-A22B-C478-5494-D61416D73FD2}"/>
              </a:ext>
            </a:extLst>
          </p:cNvPr>
          <p:cNvSpPr/>
          <p:nvPr/>
        </p:nvSpPr>
        <p:spPr>
          <a:xfrm>
            <a:off x="6096001" y="1027977"/>
            <a:ext cx="775857" cy="23842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SunOS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E258ECA-00C0-8B42-8DFE-45A6DE792B8F}"/>
              </a:ext>
            </a:extLst>
          </p:cNvPr>
          <p:cNvSpPr/>
          <p:nvPr/>
        </p:nvSpPr>
        <p:spPr>
          <a:xfrm>
            <a:off x="6096000" y="1336105"/>
            <a:ext cx="775857" cy="23842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Solaris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69BFD90-6526-41B7-5F11-4734D14C77A4}"/>
              </a:ext>
            </a:extLst>
          </p:cNvPr>
          <p:cNvSpPr/>
          <p:nvPr/>
        </p:nvSpPr>
        <p:spPr>
          <a:xfrm>
            <a:off x="6096000" y="1652721"/>
            <a:ext cx="775857" cy="23842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IBM AIX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96524AC5-4964-6C40-3FD1-8E02B55C080E}"/>
              </a:ext>
            </a:extLst>
          </p:cNvPr>
          <p:cNvSpPr/>
          <p:nvPr/>
        </p:nvSpPr>
        <p:spPr>
          <a:xfrm>
            <a:off x="6096000" y="1956017"/>
            <a:ext cx="775857" cy="23842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HP-UX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29408416-0419-B444-DAE5-EC584E68F437}"/>
              </a:ext>
            </a:extLst>
          </p:cNvPr>
          <p:cNvSpPr/>
          <p:nvPr/>
        </p:nvSpPr>
        <p:spPr>
          <a:xfrm>
            <a:off x="4455238" y="1444855"/>
            <a:ext cx="854729" cy="3352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723AD6AD-DE52-1F12-F2FF-A4BEDE269F51}"/>
              </a:ext>
            </a:extLst>
          </p:cNvPr>
          <p:cNvCxnSpPr>
            <a:cxnSpLocks/>
            <a:stCxn id="8" idx="3"/>
            <a:endCxn id="68" idx="1"/>
          </p:cNvCxnSpPr>
          <p:nvPr/>
        </p:nvCxnSpPr>
        <p:spPr>
          <a:xfrm flipV="1">
            <a:off x="5041131" y="3667786"/>
            <a:ext cx="525509" cy="40367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8E3A7E2A-1A95-048E-9026-7C26266AB8BA}"/>
              </a:ext>
            </a:extLst>
          </p:cNvPr>
          <p:cNvSpPr/>
          <p:nvPr/>
        </p:nvSpPr>
        <p:spPr>
          <a:xfrm>
            <a:off x="5566640" y="3518304"/>
            <a:ext cx="901567" cy="29896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D85A3CFB-59F7-9C28-F910-8984CF28B99F}"/>
              </a:ext>
            </a:extLst>
          </p:cNvPr>
          <p:cNvCxnSpPr>
            <a:cxnSpLocks/>
            <a:stCxn id="68" idx="3"/>
            <a:endCxn id="21" idx="1"/>
          </p:cNvCxnSpPr>
          <p:nvPr/>
        </p:nvCxnSpPr>
        <p:spPr>
          <a:xfrm flipV="1">
            <a:off x="6468207" y="3351302"/>
            <a:ext cx="510852" cy="3164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F6FA3769-F41D-2600-88BA-44DDA355E526}"/>
              </a:ext>
            </a:extLst>
          </p:cNvPr>
          <p:cNvCxnSpPr>
            <a:cxnSpLocks/>
            <a:stCxn id="68" idx="3"/>
            <a:endCxn id="22" idx="1"/>
          </p:cNvCxnSpPr>
          <p:nvPr/>
        </p:nvCxnSpPr>
        <p:spPr>
          <a:xfrm>
            <a:off x="6468207" y="3667786"/>
            <a:ext cx="510852" cy="2223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FEE6EE1D-28E4-F653-4D1D-17104ECAB58B}"/>
              </a:ext>
            </a:extLst>
          </p:cNvPr>
          <p:cNvCxnSpPr>
            <a:cxnSpLocks/>
            <a:stCxn id="4" idx="3"/>
            <a:endCxn id="51" idx="1"/>
          </p:cNvCxnSpPr>
          <p:nvPr/>
        </p:nvCxnSpPr>
        <p:spPr>
          <a:xfrm flipV="1">
            <a:off x="4056768" y="1612457"/>
            <a:ext cx="398470" cy="5695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A3A7E331-13E8-AB67-EAF9-A95B3EFCC8CD}"/>
              </a:ext>
            </a:extLst>
          </p:cNvPr>
          <p:cNvCxnSpPr>
            <a:cxnSpLocks/>
            <a:stCxn id="51" idx="3"/>
            <a:endCxn id="47" idx="1"/>
          </p:cNvCxnSpPr>
          <p:nvPr/>
        </p:nvCxnSpPr>
        <p:spPr>
          <a:xfrm flipV="1">
            <a:off x="5309967" y="1147189"/>
            <a:ext cx="786034" cy="46526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04">
            <a:extLst>
              <a:ext uri="{FF2B5EF4-FFF2-40B4-BE49-F238E27FC236}">
                <a16:creationId xmlns:a16="http://schemas.microsoft.com/office/drawing/2014/main" id="{0EA65D3B-038A-4FCF-0979-5146B6558F53}"/>
              </a:ext>
            </a:extLst>
          </p:cNvPr>
          <p:cNvCxnSpPr>
            <a:cxnSpLocks/>
            <a:stCxn id="51" idx="3"/>
            <a:endCxn id="48" idx="1"/>
          </p:cNvCxnSpPr>
          <p:nvPr/>
        </p:nvCxnSpPr>
        <p:spPr>
          <a:xfrm flipV="1">
            <a:off x="5309967" y="1455317"/>
            <a:ext cx="786033" cy="15714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4C9B6ECD-F34E-9223-2E9B-6BD53B9CF96D}"/>
              </a:ext>
            </a:extLst>
          </p:cNvPr>
          <p:cNvCxnSpPr>
            <a:cxnSpLocks/>
            <a:stCxn id="51" idx="3"/>
            <a:endCxn id="49" idx="1"/>
          </p:cNvCxnSpPr>
          <p:nvPr/>
        </p:nvCxnSpPr>
        <p:spPr>
          <a:xfrm>
            <a:off x="5309967" y="1612457"/>
            <a:ext cx="786033" cy="159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CB217527-AD97-F874-0105-55D1682C7B68}"/>
              </a:ext>
            </a:extLst>
          </p:cNvPr>
          <p:cNvCxnSpPr>
            <a:cxnSpLocks/>
            <a:stCxn id="51" idx="3"/>
            <a:endCxn id="50" idx="1"/>
          </p:cNvCxnSpPr>
          <p:nvPr/>
        </p:nvCxnSpPr>
        <p:spPr>
          <a:xfrm>
            <a:off x="5309967" y="1612457"/>
            <a:ext cx="786033" cy="46277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矩形: 圆角 135">
            <a:extLst>
              <a:ext uri="{FF2B5EF4-FFF2-40B4-BE49-F238E27FC236}">
                <a16:creationId xmlns:a16="http://schemas.microsoft.com/office/drawing/2014/main" id="{E57153D9-6C53-EBC1-0DF2-28BCD2259F95}"/>
              </a:ext>
            </a:extLst>
          </p:cNvPr>
          <p:cNvSpPr/>
          <p:nvPr/>
        </p:nvSpPr>
        <p:spPr>
          <a:xfrm>
            <a:off x="3470876" y="4902085"/>
            <a:ext cx="1172244" cy="35705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1985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C32DFAEB-FE89-C4D1-0303-87B70B7BB6F3}"/>
              </a:ext>
            </a:extLst>
          </p:cNvPr>
          <p:cNvSpPr/>
          <p:nvPr/>
        </p:nvSpPr>
        <p:spPr>
          <a:xfrm>
            <a:off x="3752679" y="3595616"/>
            <a:ext cx="663671" cy="38822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</a:p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866F6F7E-2BA8-49C2-C210-563693CF6F51}"/>
              </a:ext>
            </a:extLst>
          </p:cNvPr>
          <p:cNvCxnSpPr>
            <a:cxnSpLocks/>
            <a:stCxn id="4" idx="1"/>
            <a:endCxn id="142" idx="3"/>
          </p:cNvCxnSpPr>
          <p:nvPr/>
        </p:nvCxnSpPr>
        <p:spPr>
          <a:xfrm rot="10800000" flipV="1">
            <a:off x="2975362" y="2181978"/>
            <a:ext cx="495515" cy="136026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14AE7D9E-6A2E-5540-B998-2BF66C174B3E}"/>
              </a:ext>
            </a:extLst>
          </p:cNvPr>
          <p:cNvSpPr/>
          <p:nvPr/>
        </p:nvSpPr>
        <p:spPr>
          <a:xfrm>
            <a:off x="2249273" y="3374638"/>
            <a:ext cx="726088" cy="33520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4E8E6E5A-BEF6-DACD-A571-47F3F2BAFFA8}"/>
              </a:ext>
            </a:extLst>
          </p:cNvPr>
          <p:cNvCxnSpPr>
            <a:cxnSpLocks/>
            <a:stCxn id="136" idx="1"/>
            <a:endCxn id="142" idx="3"/>
          </p:cNvCxnSpPr>
          <p:nvPr/>
        </p:nvCxnSpPr>
        <p:spPr>
          <a:xfrm rot="10800000">
            <a:off x="2975362" y="3542241"/>
            <a:ext cx="495515" cy="15383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E0ED9CF4-EBD3-4178-B097-2AD65986B689}"/>
              </a:ext>
            </a:extLst>
          </p:cNvPr>
          <p:cNvSpPr/>
          <p:nvPr/>
        </p:nvSpPr>
        <p:spPr>
          <a:xfrm>
            <a:off x="7106639" y="4011908"/>
            <a:ext cx="408509" cy="23114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左大括号 1">
            <a:extLst>
              <a:ext uri="{FF2B5EF4-FFF2-40B4-BE49-F238E27FC236}">
                <a16:creationId xmlns:a16="http://schemas.microsoft.com/office/drawing/2014/main" id="{87F08DCA-58C2-264E-76CE-8950ABBEE7E2}"/>
              </a:ext>
            </a:extLst>
          </p:cNvPr>
          <p:cNvSpPr/>
          <p:nvPr/>
        </p:nvSpPr>
        <p:spPr>
          <a:xfrm>
            <a:off x="7642730" y="2983708"/>
            <a:ext cx="135467" cy="725484"/>
          </a:xfrm>
          <a:prstGeom prst="leftBrace">
            <a:avLst>
              <a:gd name="adj1" fmla="val 73957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F42158D-F01F-236A-5D14-3EE7A605A5B6}"/>
              </a:ext>
            </a:extLst>
          </p:cNvPr>
          <p:cNvSpPr/>
          <p:nvPr/>
        </p:nvSpPr>
        <p:spPr>
          <a:xfrm>
            <a:off x="7803597" y="2821420"/>
            <a:ext cx="1577872" cy="99925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火狐浏览器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LibreOffice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办公套件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搜狗输入法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ROS(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机器人操作系统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226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513B6-721E-5045-4953-CE4D2604B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BD8AED9A-89FB-1A64-E5CD-124AF04DF672}"/>
              </a:ext>
            </a:extLst>
          </p:cNvPr>
          <p:cNvSpPr/>
          <p:nvPr/>
        </p:nvSpPr>
        <p:spPr>
          <a:xfrm>
            <a:off x="2492189" y="2727169"/>
            <a:ext cx="3209419" cy="4450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(Operating system)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EADA93A-E909-02CB-F4A9-B2218D8C38F0}"/>
              </a:ext>
            </a:extLst>
          </p:cNvPr>
          <p:cNvSpPr/>
          <p:nvPr/>
        </p:nvSpPr>
        <p:spPr>
          <a:xfrm>
            <a:off x="2492189" y="3583378"/>
            <a:ext cx="3209419" cy="4450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计算机硬件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(Hardware)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D5E57B8-4572-104E-6B45-EC7CC4438B2B}"/>
              </a:ext>
            </a:extLst>
          </p:cNvPr>
          <p:cNvSpPr/>
          <p:nvPr/>
        </p:nvSpPr>
        <p:spPr>
          <a:xfrm>
            <a:off x="2492188" y="1870497"/>
            <a:ext cx="3209419" cy="4450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应用程序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(Application)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105DFA4-9C46-4084-F4E6-833B31EF96E4}"/>
              </a:ext>
            </a:extLst>
          </p:cNvPr>
          <p:cNvSpPr/>
          <p:nvPr/>
        </p:nvSpPr>
        <p:spPr>
          <a:xfrm>
            <a:off x="2492187" y="1024909"/>
            <a:ext cx="3209419" cy="44506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(User)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53DC5AAD-4F31-955B-85B7-BB37E698CB1D}"/>
              </a:ext>
            </a:extLst>
          </p:cNvPr>
          <p:cNvSpPr/>
          <p:nvPr/>
        </p:nvSpPr>
        <p:spPr>
          <a:xfrm>
            <a:off x="4549486" y="1558639"/>
            <a:ext cx="200891" cy="227542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6D1797B-BC3B-8666-CCC0-728AD23BD16D}"/>
              </a:ext>
            </a:extLst>
          </p:cNvPr>
          <p:cNvSpPr/>
          <p:nvPr/>
        </p:nvSpPr>
        <p:spPr>
          <a:xfrm>
            <a:off x="4549485" y="2411288"/>
            <a:ext cx="200891" cy="227542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下 15">
            <a:extLst>
              <a:ext uri="{FF2B5EF4-FFF2-40B4-BE49-F238E27FC236}">
                <a16:creationId xmlns:a16="http://schemas.microsoft.com/office/drawing/2014/main" id="{7B3F8EDF-D402-B9B2-A265-9600D3F241B5}"/>
              </a:ext>
            </a:extLst>
          </p:cNvPr>
          <p:cNvSpPr/>
          <p:nvPr/>
        </p:nvSpPr>
        <p:spPr>
          <a:xfrm>
            <a:off x="4549484" y="3261165"/>
            <a:ext cx="200891" cy="227542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下 17">
            <a:extLst>
              <a:ext uri="{FF2B5EF4-FFF2-40B4-BE49-F238E27FC236}">
                <a16:creationId xmlns:a16="http://schemas.microsoft.com/office/drawing/2014/main" id="{0367B840-D581-EBC9-F8F1-F3C7D1A2DC1B}"/>
              </a:ext>
            </a:extLst>
          </p:cNvPr>
          <p:cNvSpPr/>
          <p:nvPr/>
        </p:nvSpPr>
        <p:spPr>
          <a:xfrm rot="10800000">
            <a:off x="3457286" y="1557714"/>
            <a:ext cx="200891" cy="227542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993B0869-8F2E-5382-5938-2A3979F0C914}"/>
              </a:ext>
            </a:extLst>
          </p:cNvPr>
          <p:cNvSpPr/>
          <p:nvPr/>
        </p:nvSpPr>
        <p:spPr>
          <a:xfrm rot="10800000">
            <a:off x="3457285" y="2410363"/>
            <a:ext cx="200891" cy="227542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FBC60B93-D6D8-9380-8D8C-30B489BB36DA}"/>
              </a:ext>
            </a:extLst>
          </p:cNvPr>
          <p:cNvSpPr/>
          <p:nvPr/>
        </p:nvSpPr>
        <p:spPr>
          <a:xfrm rot="10800000">
            <a:off x="3457284" y="3260240"/>
            <a:ext cx="200891" cy="227542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3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FC78F-306C-4F52-E862-5864B962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75355A71-1A4F-0435-44D1-C3C59BD06CA7}"/>
              </a:ext>
            </a:extLst>
          </p:cNvPr>
          <p:cNvSpPr/>
          <p:nvPr/>
        </p:nvSpPr>
        <p:spPr>
          <a:xfrm>
            <a:off x="4804619" y="1028045"/>
            <a:ext cx="2773817" cy="15142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BC7FE0B-4AEF-FE8A-565A-9BE5116C2F19}"/>
              </a:ext>
            </a:extLst>
          </p:cNvPr>
          <p:cNvSpPr/>
          <p:nvPr/>
        </p:nvSpPr>
        <p:spPr>
          <a:xfrm>
            <a:off x="1569582" y="1028045"/>
            <a:ext cx="2773817" cy="15142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7375EFB-A932-EAD8-1D26-0FB07930A6A3}"/>
              </a:ext>
            </a:extLst>
          </p:cNvPr>
          <p:cNvSpPr/>
          <p:nvPr/>
        </p:nvSpPr>
        <p:spPr>
          <a:xfrm>
            <a:off x="8002634" y="1028045"/>
            <a:ext cx="2773818" cy="15142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2C8B249-5D27-E942-A8DD-751F644A69B6}"/>
              </a:ext>
            </a:extLst>
          </p:cNvPr>
          <p:cNvSpPr/>
          <p:nvPr/>
        </p:nvSpPr>
        <p:spPr>
          <a:xfrm>
            <a:off x="4980710" y="1370948"/>
            <a:ext cx="1139794" cy="845455"/>
          </a:xfrm>
          <a:prstGeom prst="roundRect">
            <a:avLst/>
          </a:prstGeom>
          <a:solidFill>
            <a:srgbClr val="0079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5439444-7743-C223-9BF8-211871CEB3CF}"/>
              </a:ext>
            </a:extLst>
          </p:cNvPr>
          <p:cNvSpPr/>
          <p:nvPr/>
        </p:nvSpPr>
        <p:spPr>
          <a:xfrm>
            <a:off x="1814946" y="1319153"/>
            <a:ext cx="2272144" cy="962891"/>
          </a:xfrm>
          <a:prstGeom prst="roundRect">
            <a:avLst/>
          </a:prstGeom>
          <a:solidFill>
            <a:srgbClr val="E9542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7B0D08C-EF35-8BCA-7D8F-97A5401A74BD}"/>
              </a:ext>
            </a:extLst>
          </p:cNvPr>
          <p:cNvSpPr/>
          <p:nvPr/>
        </p:nvSpPr>
        <p:spPr>
          <a:xfrm>
            <a:off x="8258942" y="1249882"/>
            <a:ext cx="2242804" cy="1056573"/>
          </a:xfrm>
          <a:prstGeom prst="roundRect">
            <a:avLst/>
          </a:prstGeom>
          <a:solidFill>
            <a:srgbClr val="0079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D19ED3-5EC6-0F46-B8C6-60C32C251646}"/>
              </a:ext>
            </a:extLst>
          </p:cNvPr>
          <p:cNvSpPr/>
          <p:nvPr/>
        </p:nvSpPr>
        <p:spPr>
          <a:xfrm>
            <a:off x="8889707" y="1362042"/>
            <a:ext cx="1055088" cy="416126"/>
          </a:xfrm>
          <a:prstGeom prst="roundRect">
            <a:avLst/>
          </a:prstGeom>
          <a:solidFill>
            <a:srgbClr val="E9542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B137FFE-56EB-008B-DAE5-AF7D779BD173}"/>
              </a:ext>
            </a:extLst>
          </p:cNvPr>
          <p:cNvSpPr/>
          <p:nvPr/>
        </p:nvSpPr>
        <p:spPr>
          <a:xfrm>
            <a:off x="6248960" y="1357094"/>
            <a:ext cx="1139794" cy="845455"/>
          </a:xfrm>
          <a:prstGeom prst="roundRect">
            <a:avLst/>
          </a:prstGeom>
          <a:solidFill>
            <a:srgbClr val="E9542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C435954-B67C-FF66-3090-D41EC57288D9}"/>
              </a:ext>
            </a:extLst>
          </p:cNvPr>
          <p:cNvSpPr txBox="1"/>
          <p:nvPr/>
        </p:nvSpPr>
        <p:spPr>
          <a:xfrm>
            <a:off x="5706618" y="2578802"/>
            <a:ext cx="969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双系统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9167079-1900-D9A4-DAF1-7F7B8BD189B7}"/>
              </a:ext>
            </a:extLst>
          </p:cNvPr>
          <p:cNvSpPr txBox="1"/>
          <p:nvPr/>
        </p:nvSpPr>
        <p:spPr>
          <a:xfrm>
            <a:off x="8904634" y="2578802"/>
            <a:ext cx="969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FDDE96B-45F1-32A3-97BD-963A6AEBDF93}"/>
              </a:ext>
            </a:extLst>
          </p:cNvPr>
          <p:cNvSpPr txBox="1"/>
          <p:nvPr/>
        </p:nvSpPr>
        <p:spPr>
          <a:xfrm>
            <a:off x="2466109" y="2578802"/>
            <a:ext cx="9698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单系统</a:t>
            </a:r>
          </a:p>
        </p:txBody>
      </p:sp>
    </p:spTree>
    <p:extLst>
      <p:ext uri="{BB962C8B-B14F-4D97-AF65-F5344CB8AC3E}">
        <p14:creationId xmlns:p14="http://schemas.microsoft.com/office/powerpoint/2010/main" val="2075033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C805D-DAA1-9B80-1119-C8935B6D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F40E5740-C3B4-374E-284C-61FB6CE7C7CC}"/>
              </a:ext>
            </a:extLst>
          </p:cNvPr>
          <p:cNvCxnSpPr>
            <a:cxnSpLocks/>
            <a:stCxn id="14" idx="0"/>
            <a:endCxn id="142" idx="2"/>
          </p:cNvCxnSpPr>
          <p:nvPr/>
        </p:nvCxnSpPr>
        <p:spPr>
          <a:xfrm rot="5400000" flipH="1" flipV="1">
            <a:off x="3006911" y="931353"/>
            <a:ext cx="716874" cy="210536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7BDC47D1-EB1B-06B3-DE75-EE7627B765D3}"/>
              </a:ext>
            </a:extLst>
          </p:cNvPr>
          <p:cNvSpPr/>
          <p:nvPr/>
        </p:nvSpPr>
        <p:spPr>
          <a:xfrm>
            <a:off x="4279827" y="1432231"/>
            <a:ext cx="276411" cy="1933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A96B104-00EA-09AD-2B9D-04AC9F803FAE}"/>
              </a:ext>
            </a:extLst>
          </p:cNvPr>
          <p:cNvSpPr/>
          <p:nvPr/>
        </p:nvSpPr>
        <p:spPr>
          <a:xfrm>
            <a:off x="2110727" y="2342474"/>
            <a:ext cx="403873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/bin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4EA7DBD-613C-F9B3-D74D-72116F20BEED}"/>
              </a:ext>
            </a:extLst>
          </p:cNvPr>
          <p:cNvSpPr/>
          <p:nvPr/>
        </p:nvSpPr>
        <p:spPr>
          <a:xfrm>
            <a:off x="2688692" y="2342474"/>
            <a:ext cx="403873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/dev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4AE4F1-3CBD-76EB-E8A7-985F47006F03}"/>
              </a:ext>
            </a:extLst>
          </p:cNvPr>
          <p:cNvSpPr/>
          <p:nvPr/>
        </p:nvSpPr>
        <p:spPr>
          <a:xfrm>
            <a:off x="3856679" y="2342474"/>
            <a:ext cx="699559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/home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0FCC097-5639-D3CE-1105-C8CCB7A1C4A0}"/>
              </a:ext>
            </a:extLst>
          </p:cNvPr>
          <p:cNvSpPr/>
          <p:nvPr/>
        </p:nvSpPr>
        <p:spPr>
          <a:xfrm>
            <a:off x="5475072" y="2337394"/>
            <a:ext cx="403873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/opt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BD18CFD-EEA4-0EF6-179D-515BC44D0CB4}"/>
              </a:ext>
            </a:extLst>
          </p:cNvPr>
          <p:cNvSpPr/>
          <p:nvPr/>
        </p:nvSpPr>
        <p:spPr>
          <a:xfrm>
            <a:off x="6038253" y="2337394"/>
            <a:ext cx="403873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F470765-E0B2-C204-6E40-192594257D57}"/>
              </a:ext>
            </a:extLst>
          </p:cNvPr>
          <p:cNvSpPr/>
          <p:nvPr/>
        </p:nvSpPr>
        <p:spPr>
          <a:xfrm>
            <a:off x="6625583" y="2342771"/>
            <a:ext cx="403873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usr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E46492A-62C9-A139-742A-F65A3899BEED}"/>
              </a:ext>
            </a:extLst>
          </p:cNvPr>
          <p:cNvSpPr/>
          <p:nvPr/>
        </p:nvSpPr>
        <p:spPr>
          <a:xfrm>
            <a:off x="3292513" y="2342474"/>
            <a:ext cx="403873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0E049F9-30C5-27AF-86AE-22F3A7064EBE}"/>
              </a:ext>
            </a:extLst>
          </p:cNvPr>
          <p:cNvSpPr/>
          <p:nvPr/>
        </p:nvSpPr>
        <p:spPr>
          <a:xfrm>
            <a:off x="7183519" y="2342474"/>
            <a:ext cx="403873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D75BCDDA-F41D-5EE2-D043-A5799DC24FFC}"/>
              </a:ext>
            </a:extLst>
          </p:cNvPr>
          <p:cNvCxnSpPr>
            <a:cxnSpLocks/>
            <a:stCxn id="23" idx="0"/>
            <a:endCxn id="142" idx="2"/>
          </p:cNvCxnSpPr>
          <p:nvPr/>
        </p:nvCxnSpPr>
        <p:spPr>
          <a:xfrm rot="5400000" flipH="1" flipV="1">
            <a:off x="3295894" y="1220335"/>
            <a:ext cx="716874" cy="152740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43668F92-86E8-AE14-F297-4BC4165114A7}"/>
              </a:ext>
            </a:extLst>
          </p:cNvPr>
          <p:cNvCxnSpPr>
            <a:cxnSpLocks/>
            <a:stCxn id="29" idx="0"/>
            <a:endCxn id="142" idx="2"/>
          </p:cNvCxnSpPr>
          <p:nvPr/>
        </p:nvCxnSpPr>
        <p:spPr>
          <a:xfrm rot="5400000" flipH="1" flipV="1">
            <a:off x="3597804" y="1522246"/>
            <a:ext cx="716874" cy="92358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48479B63-C987-2B9D-E74B-B888D388C086}"/>
              </a:ext>
            </a:extLst>
          </p:cNvPr>
          <p:cNvCxnSpPr>
            <a:cxnSpLocks/>
            <a:stCxn id="24" idx="0"/>
            <a:endCxn id="142" idx="2"/>
          </p:cNvCxnSpPr>
          <p:nvPr/>
        </p:nvCxnSpPr>
        <p:spPr>
          <a:xfrm rot="5400000" flipH="1" flipV="1">
            <a:off x="3953809" y="1878250"/>
            <a:ext cx="716874" cy="21157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36AF6D65-B1F9-B31E-63C0-191E98874BC1}"/>
              </a:ext>
            </a:extLst>
          </p:cNvPr>
          <p:cNvCxnSpPr>
            <a:cxnSpLocks/>
            <a:stCxn id="25" idx="0"/>
            <a:endCxn id="142" idx="2"/>
          </p:cNvCxnSpPr>
          <p:nvPr/>
        </p:nvCxnSpPr>
        <p:spPr>
          <a:xfrm rot="16200000" flipV="1">
            <a:off x="4691624" y="1352009"/>
            <a:ext cx="711794" cy="12589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74053EF4-E88F-772D-8EE5-3C4A4915208D}"/>
              </a:ext>
            </a:extLst>
          </p:cNvPr>
          <p:cNvCxnSpPr>
            <a:cxnSpLocks/>
            <a:stCxn id="26" idx="0"/>
            <a:endCxn id="142" idx="2"/>
          </p:cNvCxnSpPr>
          <p:nvPr/>
        </p:nvCxnSpPr>
        <p:spPr>
          <a:xfrm rot="16200000" flipV="1">
            <a:off x="4973215" y="1070418"/>
            <a:ext cx="711794" cy="182215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E136E934-C320-4D57-3984-1B4B7F0F5AD8}"/>
              </a:ext>
            </a:extLst>
          </p:cNvPr>
          <p:cNvCxnSpPr>
            <a:cxnSpLocks/>
            <a:stCxn id="28" idx="0"/>
            <a:endCxn id="142" idx="2"/>
          </p:cNvCxnSpPr>
          <p:nvPr/>
        </p:nvCxnSpPr>
        <p:spPr>
          <a:xfrm rot="16200000" flipV="1">
            <a:off x="5264192" y="779442"/>
            <a:ext cx="717171" cy="240948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7E881BF4-DDA9-1503-52DC-9B3043D1B474}"/>
              </a:ext>
            </a:extLst>
          </p:cNvPr>
          <p:cNvCxnSpPr>
            <a:cxnSpLocks/>
            <a:stCxn id="30" idx="0"/>
            <a:endCxn id="142" idx="2"/>
          </p:cNvCxnSpPr>
          <p:nvPr/>
        </p:nvCxnSpPr>
        <p:spPr>
          <a:xfrm rot="16200000" flipV="1">
            <a:off x="5543308" y="500325"/>
            <a:ext cx="716874" cy="296742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D844D64-9920-8595-39A4-888589EAAF19}"/>
              </a:ext>
            </a:extLst>
          </p:cNvPr>
          <p:cNvSpPr/>
          <p:nvPr/>
        </p:nvSpPr>
        <p:spPr>
          <a:xfrm>
            <a:off x="3257913" y="2974176"/>
            <a:ext cx="574748" cy="20260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zhang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E24CA0BD-511E-9688-EBCE-D0D8B5075F35}"/>
              </a:ext>
            </a:extLst>
          </p:cNvPr>
          <p:cNvSpPr/>
          <p:nvPr/>
        </p:nvSpPr>
        <p:spPr>
          <a:xfrm>
            <a:off x="4517971" y="2974175"/>
            <a:ext cx="526470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wang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07A9026B-D055-3637-5003-AD4DE47D36E6}"/>
              </a:ext>
            </a:extLst>
          </p:cNvPr>
          <p:cNvCxnSpPr>
            <a:cxnSpLocks/>
            <a:stCxn id="72" idx="0"/>
            <a:endCxn id="24" idx="2"/>
          </p:cNvCxnSpPr>
          <p:nvPr/>
        </p:nvCxnSpPr>
        <p:spPr>
          <a:xfrm rot="5400000" flipH="1" flipV="1">
            <a:off x="3661325" y="2429042"/>
            <a:ext cx="429096" cy="66117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653DFBFE-5CB7-B701-B474-FEB3025F24B3}"/>
              </a:ext>
            </a:extLst>
          </p:cNvPr>
          <p:cNvCxnSpPr>
            <a:cxnSpLocks/>
            <a:stCxn id="73" idx="0"/>
            <a:endCxn id="24" idx="2"/>
          </p:cNvCxnSpPr>
          <p:nvPr/>
        </p:nvCxnSpPr>
        <p:spPr>
          <a:xfrm rot="16200000" flipV="1">
            <a:off x="4279286" y="2472254"/>
            <a:ext cx="429095" cy="57474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6FDCC44C-E96D-CE04-BE1F-CD5155860802}"/>
              </a:ext>
            </a:extLst>
          </p:cNvPr>
          <p:cNvSpPr/>
          <p:nvPr/>
        </p:nvSpPr>
        <p:spPr>
          <a:xfrm>
            <a:off x="2890628" y="3484553"/>
            <a:ext cx="966051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Downloads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5BFFE7AB-E328-122D-1545-D9524B2EF9D9}"/>
              </a:ext>
            </a:extLst>
          </p:cNvPr>
          <p:cNvSpPr/>
          <p:nvPr/>
        </p:nvSpPr>
        <p:spPr>
          <a:xfrm>
            <a:off x="3860191" y="3478283"/>
            <a:ext cx="699559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Music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46D3FFBA-64FB-91DF-8FC4-31D83BAF5646}"/>
              </a:ext>
            </a:extLst>
          </p:cNvPr>
          <p:cNvSpPr/>
          <p:nvPr/>
        </p:nvSpPr>
        <p:spPr>
          <a:xfrm>
            <a:off x="2164820" y="3478283"/>
            <a:ext cx="699559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Desktop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A90C5D6A-5A8E-9BE3-8821-8E57221403FD}"/>
              </a:ext>
            </a:extLst>
          </p:cNvPr>
          <p:cNvCxnSpPr>
            <a:cxnSpLocks/>
            <a:stCxn id="84" idx="0"/>
            <a:endCxn id="72" idx="2"/>
          </p:cNvCxnSpPr>
          <p:nvPr/>
        </p:nvCxnSpPr>
        <p:spPr>
          <a:xfrm rot="5400000" flipH="1" flipV="1">
            <a:off x="2879192" y="2812189"/>
            <a:ext cx="301502" cy="103068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A2D3F3D6-D30D-4067-F4F8-3FAC0AEF709B}"/>
              </a:ext>
            </a:extLst>
          </p:cNvPr>
          <p:cNvCxnSpPr>
            <a:cxnSpLocks/>
            <a:stCxn id="81" idx="0"/>
            <a:endCxn id="72" idx="2"/>
          </p:cNvCxnSpPr>
          <p:nvPr/>
        </p:nvCxnSpPr>
        <p:spPr>
          <a:xfrm rot="5400000" flipH="1" flipV="1">
            <a:off x="3305584" y="3244851"/>
            <a:ext cx="307772" cy="17163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982C18B6-2EF9-EE15-B07D-F46292337B6B}"/>
              </a:ext>
            </a:extLst>
          </p:cNvPr>
          <p:cNvCxnSpPr>
            <a:cxnSpLocks/>
            <a:stCxn id="83" idx="0"/>
            <a:endCxn id="72" idx="2"/>
          </p:cNvCxnSpPr>
          <p:nvPr/>
        </p:nvCxnSpPr>
        <p:spPr>
          <a:xfrm rot="16200000" flipV="1">
            <a:off x="3726878" y="2995190"/>
            <a:ext cx="301502" cy="6646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61D7CC1E-2AA6-4409-7445-C7E389630562}"/>
              </a:ext>
            </a:extLst>
          </p:cNvPr>
          <p:cNvSpPr/>
          <p:nvPr/>
        </p:nvSpPr>
        <p:spPr>
          <a:xfrm>
            <a:off x="5140626" y="2974174"/>
            <a:ext cx="403873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9" name="连接符: 肘形 108">
            <a:extLst>
              <a:ext uri="{FF2B5EF4-FFF2-40B4-BE49-F238E27FC236}">
                <a16:creationId xmlns:a16="http://schemas.microsoft.com/office/drawing/2014/main" id="{6881198B-DD2F-DE0C-84D6-4D139D8D641E}"/>
              </a:ext>
            </a:extLst>
          </p:cNvPr>
          <p:cNvCxnSpPr>
            <a:cxnSpLocks/>
            <a:stCxn id="101" idx="0"/>
            <a:endCxn id="25" idx="2"/>
          </p:cNvCxnSpPr>
          <p:nvPr/>
        </p:nvCxnSpPr>
        <p:spPr>
          <a:xfrm rot="5400000" flipH="1" flipV="1">
            <a:off x="5292699" y="2589864"/>
            <a:ext cx="434174" cy="33444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557D9BD1-781F-31DB-9632-777FBC8DCD59}"/>
              </a:ext>
            </a:extLst>
          </p:cNvPr>
          <p:cNvSpPr/>
          <p:nvPr/>
        </p:nvSpPr>
        <p:spPr>
          <a:xfrm>
            <a:off x="5666701" y="2974174"/>
            <a:ext cx="668184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chrome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5" name="连接符: 肘形 114">
            <a:extLst>
              <a:ext uri="{FF2B5EF4-FFF2-40B4-BE49-F238E27FC236}">
                <a16:creationId xmlns:a16="http://schemas.microsoft.com/office/drawing/2014/main" id="{656ACB7D-99D5-C264-71AB-D0563E44BB88}"/>
              </a:ext>
            </a:extLst>
          </p:cNvPr>
          <p:cNvCxnSpPr>
            <a:cxnSpLocks/>
            <a:stCxn id="114" idx="0"/>
            <a:endCxn id="25" idx="2"/>
          </p:cNvCxnSpPr>
          <p:nvPr/>
        </p:nvCxnSpPr>
        <p:spPr>
          <a:xfrm rot="16200000" flipV="1">
            <a:off x="5621814" y="2595195"/>
            <a:ext cx="434174" cy="32378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8D79E5F5-7DFB-7DA8-5E2C-091710118429}"/>
              </a:ext>
            </a:extLst>
          </p:cNvPr>
          <p:cNvSpPr/>
          <p:nvPr/>
        </p:nvSpPr>
        <p:spPr>
          <a:xfrm>
            <a:off x="4992689" y="3478283"/>
            <a:ext cx="699559" cy="2026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humble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9" name="连接符: 肘形 118">
            <a:extLst>
              <a:ext uri="{FF2B5EF4-FFF2-40B4-BE49-F238E27FC236}">
                <a16:creationId xmlns:a16="http://schemas.microsoft.com/office/drawing/2014/main" id="{D27F00CF-BFD3-959E-7E70-F97C57739D9E}"/>
              </a:ext>
            </a:extLst>
          </p:cNvPr>
          <p:cNvCxnSpPr>
            <a:cxnSpLocks/>
            <a:stCxn id="118" idx="0"/>
            <a:endCxn id="101" idx="2"/>
          </p:cNvCxnSpPr>
          <p:nvPr/>
        </p:nvCxnSpPr>
        <p:spPr>
          <a:xfrm rot="5400000" flipH="1" flipV="1">
            <a:off x="5191765" y="3327485"/>
            <a:ext cx="301503" cy="9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69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EA20-2E74-9F2F-335A-880FAD6E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BCAB2F74-F90B-C0B4-2D5F-790AD95BD0FC}"/>
              </a:ext>
            </a:extLst>
          </p:cNvPr>
          <p:cNvSpPr/>
          <p:nvPr/>
        </p:nvSpPr>
        <p:spPr>
          <a:xfrm>
            <a:off x="2492187" y="5139429"/>
            <a:ext cx="4024728" cy="70256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(Linux/Windows/Mac/RTOS)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18229A0-EF55-DF56-A4B5-C6D35F8156E6}"/>
              </a:ext>
            </a:extLst>
          </p:cNvPr>
          <p:cNvSpPr/>
          <p:nvPr/>
        </p:nvSpPr>
        <p:spPr>
          <a:xfrm>
            <a:off x="2492186" y="4181745"/>
            <a:ext cx="1165413" cy="5217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Fast DDS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9BB5328-3427-39BC-07C6-9DE4D7803707}"/>
              </a:ext>
            </a:extLst>
          </p:cNvPr>
          <p:cNvSpPr/>
          <p:nvPr/>
        </p:nvSpPr>
        <p:spPr>
          <a:xfrm>
            <a:off x="2492187" y="478971"/>
            <a:ext cx="4024727" cy="991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ROS2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应用程序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6E3EBE7-6F8B-36AC-06B3-A452EB163669}"/>
              </a:ext>
            </a:extLst>
          </p:cNvPr>
          <p:cNvSpPr/>
          <p:nvPr/>
        </p:nvSpPr>
        <p:spPr>
          <a:xfrm>
            <a:off x="3016326" y="906847"/>
            <a:ext cx="708315" cy="4450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7003819-AC99-C00B-201F-CCF281909C99}"/>
              </a:ext>
            </a:extLst>
          </p:cNvPr>
          <p:cNvSpPr/>
          <p:nvPr/>
        </p:nvSpPr>
        <p:spPr>
          <a:xfrm>
            <a:off x="5731886" y="3556000"/>
            <a:ext cx="783772" cy="1184099"/>
          </a:xfrm>
          <a:prstGeom prst="roundRect">
            <a:avLst>
              <a:gd name="adj" fmla="val 8334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进程内接口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8F21148-01A2-8FEB-B770-5424563BF4F1}"/>
              </a:ext>
            </a:extLst>
          </p:cNvPr>
          <p:cNvSpPr/>
          <p:nvPr/>
        </p:nvSpPr>
        <p:spPr>
          <a:xfrm>
            <a:off x="3909650" y="903550"/>
            <a:ext cx="708315" cy="4450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5D50087-FFC2-4BE5-CC8F-B7D0CC824AE7}"/>
              </a:ext>
            </a:extLst>
          </p:cNvPr>
          <p:cNvSpPr/>
          <p:nvPr/>
        </p:nvSpPr>
        <p:spPr>
          <a:xfrm>
            <a:off x="4802974" y="903550"/>
            <a:ext cx="708315" cy="44506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62D12E0-8E8D-1FC9-B4E9-9DFF99CA4EEF}"/>
              </a:ext>
            </a:extLst>
          </p:cNvPr>
          <p:cNvSpPr/>
          <p:nvPr/>
        </p:nvSpPr>
        <p:spPr>
          <a:xfrm>
            <a:off x="5696298" y="856328"/>
            <a:ext cx="396654" cy="44506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DF7D866-DE73-0ECF-93A1-2A4BF24A18E3}"/>
              </a:ext>
            </a:extLst>
          </p:cNvPr>
          <p:cNvCxnSpPr>
            <a:cxnSpLocks/>
          </p:cNvCxnSpPr>
          <p:nvPr/>
        </p:nvCxnSpPr>
        <p:spPr>
          <a:xfrm>
            <a:off x="1369462" y="1671485"/>
            <a:ext cx="5684479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DB55464-9DDA-71BE-1674-D7A6DC0BFEBA}"/>
              </a:ext>
            </a:extLst>
          </p:cNvPr>
          <p:cNvSpPr/>
          <p:nvPr/>
        </p:nvSpPr>
        <p:spPr>
          <a:xfrm>
            <a:off x="1377680" y="721357"/>
            <a:ext cx="852437" cy="414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ROS2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6DE1264-49A9-EDB5-E2A5-B14894D46CEE}"/>
              </a:ext>
            </a:extLst>
          </p:cNvPr>
          <p:cNvSpPr/>
          <p:nvPr/>
        </p:nvSpPr>
        <p:spPr>
          <a:xfrm>
            <a:off x="1252683" y="3923928"/>
            <a:ext cx="1048014" cy="414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中间件层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DCABBD0-A042-853E-9A53-1AAEC4EB9538}"/>
              </a:ext>
            </a:extLst>
          </p:cNvPr>
          <p:cNvSpPr/>
          <p:nvPr/>
        </p:nvSpPr>
        <p:spPr>
          <a:xfrm>
            <a:off x="1183740" y="5283304"/>
            <a:ext cx="1185900" cy="414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操作系统层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B54C87A-D074-81D0-D121-94F21A0523D5}"/>
              </a:ext>
            </a:extLst>
          </p:cNvPr>
          <p:cNvCxnSpPr>
            <a:cxnSpLocks/>
          </p:cNvCxnSpPr>
          <p:nvPr/>
        </p:nvCxnSpPr>
        <p:spPr>
          <a:xfrm>
            <a:off x="1369463" y="4895029"/>
            <a:ext cx="5684479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1606580-693A-3EF9-C116-AE8A4B8C464C}"/>
              </a:ext>
            </a:extLst>
          </p:cNvPr>
          <p:cNvSpPr/>
          <p:nvPr/>
        </p:nvSpPr>
        <p:spPr>
          <a:xfrm>
            <a:off x="2490931" y="2704085"/>
            <a:ext cx="4024727" cy="44506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ROS2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库（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语言实现）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1F5008D-4824-F5EB-4592-4DCB26918BC6}"/>
              </a:ext>
            </a:extLst>
          </p:cNvPr>
          <p:cNvSpPr/>
          <p:nvPr/>
        </p:nvSpPr>
        <p:spPr>
          <a:xfrm>
            <a:off x="2490930" y="3566146"/>
            <a:ext cx="3050503" cy="44506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8E3B100-CB74-3DE6-BE7F-4B6E541C987C}"/>
              </a:ext>
            </a:extLst>
          </p:cNvPr>
          <p:cNvCxnSpPr>
            <a:cxnSpLocks/>
          </p:cNvCxnSpPr>
          <p:nvPr/>
        </p:nvCxnSpPr>
        <p:spPr>
          <a:xfrm>
            <a:off x="1377680" y="3311600"/>
            <a:ext cx="5684479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48F7DBE-F2C0-9DEF-7244-570ACD6B22B6}"/>
              </a:ext>
            </a:extLst>
          </p:cNvPr>
          <p:cNvSpPr/>
          <p:nvPr/>
        </p:nvSpPr>
        <p:spPr>
          <a:xfrm>
            <a:off x="1279891" y="2290816"/>
            <a:ext cx="1048014" cy="4148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ROS2</a:t>
            </a: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接口层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BF2D235-77B0-0006-114B-A8C59D381D51}"/>
              </a:ext>
            </a:extLst>
          </p:cNvPr>
          <p:cNvSpPr/>
          <p:nvPr/>
        </p:nvSpPr>
        <p:spPr>
          <a:xfrm>
            <a:off x="2490930" y="1829005"/>
            <a:ext cx="1233711" cy="6622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rclcpp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(C++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D28D306-F7A5-BB0D-CC62-88564BCC9AD8}"/>
              </a:ext>
            </a:extLst>
          </p:cNvPr>
          <p:cNvSpPr/>
          <p:nvPr/>
        </p:nvSpPr>
        <p:spPr>
          <a:xfrm>
            <a:off x="3886438" y="1836009"/>
            <a:ext cx="1382248" cy="6622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rclpy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(Python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6D761CF-E16B-CF62-446A-48106BC80B27}"/>
              </a:ext>
            </a:extLst>
          </p:cNvPr>
          <p:cNvSpPr/>
          <p:nvPr/>
        </p:nvSpPr>
        <p:spPr>
          <a:xfrm>
            <a:off x="5467644" y="1829005"/>
            <a:ext cx="1048014" cy="66221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其他编程语言接口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841310A-9EBD-AC95-DEA8-3084A32A8185}"/>
              </a:ext>
            </a:extLst>
          </p:cNvPr>
          <p:cNvSpPr/>
          <p:nvPr/>
        </p:nvSpPr>
        <p:spPr>
          <a:xfrm>
            <a:off x="3789729" y="4177627"/>
            <a:ext cx="813858" cy="5217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Cyclone DDS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347C4DA0-CD30-FFDC-A2B6-3F80EA5D0150}"/>
              </a:ext>
            </a:extLst>
          </p:cNvPr>
          <p:cNvSpPr/>
          <p:nvPr/>
        </p:nvSpPr>
        <p:spPr>
          <a:xfrm>
            <a:off x="4727575" y="4177627"/>
            <a:ext cx="813858" cy="52173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Connext</a:t>
            </a:r>
            <a:endParaRPr lang="en-US" altLang="zh-CN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endParaRPr lang="zh-CN" altLang="en-US" sz="1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0025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</TotalTime>
  <Words>165</Words>
  <Application>Microsoft Office PowerPoint</Application>
  <PresentationFormat>宽屏</PresentationFormat>
  <Paragraphs>100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gao</dc:creator>
  <cp:lastModifiedBy>gao</cp:lastModifiedBy>
  <cp:revision>336</cp:revision>
  <dcterms:created xsi:type="dcterms:W3CDTF">2025-08-27T23:31:16Z</dcterms:created>
  <dcterms:modified xsi:type="dcterms:W3CDTF">2025-09-15T04:35:51Z</dcterms:modified>
</cp:coreProperties>
</file>